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801d9c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801d9c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d801d9c3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d801d9c3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d801d9c3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d801d9c3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d801d9c3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d801d9c3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ashboard.p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/>
              <a:t>Healthcare Metrics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Farzad Radmehr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Values, duplicates and outliers information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Missing values, duplicates and outliers information is presented for each csv files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To detect outliers in the files, we used 3 standard deviation approach, which calculates </a:t>
            </a:r>
            <a:r>
              <a:rPr lang="en">
                <a:solidFill>
                  <a:schemeClr val="dk1"/>
                </a:solidFill>
              </a:rPr>
              <a:t>average</a:t>
            </a:r>
            <a:r>
              <a:rPr lang="en">
                <a:solidFill>
                  <a:schemeClr val="dk1"/>
                </a:solidFill>
              </a:rPr>
              <a:t> +/- 3std for each column; if we have values outside of this range; it’s going to be an outlier.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Python code is </a:t>
            </a:r>
            <a:r>
              <a:rPr lang="en">
                <a:solidFill>
                  <a:schemeClr val="dk1"/>
                </a:solidFill>
              </a:rPr>
              <a:t>presented</a:t>
            </a:r>
            <a:r>
              <a:rPr lang="en">
                <a:solidFill>
                  <a:schemeClr val="dk1"/>
                </a:solidFill>
              </a:rPr>
              <a:t> in the project (</a:t>
            </a:r>
            <a:r>
              <a:rPr i="1" lang="en">
                <a:solidFill>
                  <a:schemeClr val="dk1"/>
                </a:solidFill>
              </a:rPr>
              <a:t>3. Initial Data Analysis.ipynb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770" y="0"/>
            <a:ext cx="539645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/>
              <a:t>Architecture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End to End steps from data ingestion to creating Steamlit app: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75" y="1772625"/>
            <a:ext cx="8408026" cy="25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Step by step process of creating the pipeline</a:t>
            </a:r>
            <a:endParaRPr sz="24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Set up AWS connections using API gateway, IAM roles and policies, Lambda and S3 bucket.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Read files from google drive and incrementally loaded into S3 by using a python code (</a:t>
            </a:r>
            <a:r>
              <a:rPr i="1" lang="en">
                <a:solidFill>
                  <a:schemeClr val="dk1"/>
                </a:solidFill>
              </a:rPr>
              <a:t>2. csv into S3-ELT.ipynb</a:t>
            </a:r>
            <a:r>
              <a:rPr lang="en">
                <a:solidFill>
                  <a:schemeClr val="dk1"/>
                </a:solidFill>
              </a:rPr>
              <a:t>) and AWS credentials from step 1.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Upload files from S3; and run python code (</a:t>
            </a:r>
            <a:r>
              <a:rPr i="1" lang="en">
                <a:solidFill>
                  <a:schemeClr val="dk1"/>
                </a:solidFill>
              </a:rPr>
              <a:t>3. Initial Data Analysis.ipynb</a:t>
            </a:r>
            <a:r>
              <a:rPr lang="en">
                <a:solidFill>
                  <a:schemeClr val="dk1"/>
                </a:solidFill>
              </a:rPr>
              <a:t>) to create the visualizations.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Create streamlit app code (</a:t>
            </a:r>
            <a:r>
              <a:rPr i="1" lang="en" u="sng">
                <a:solidFill>
                  <a:schemeClr val="hlink"/>
                </a:solidFill>
                <a:hlinkClick r:id="rId3"/>
              </a:rPr>
              <a:t>dashboard.py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Save it in local directory and use below commands in the terminal: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d &lt;local directory that contains the streamlit app code&gt;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Run: </a:t>
            </a:r>
            <a:r>
              <a:rPr i="1" lang="en" sz="1900">
                <a:solidFill>
                  <a:schemeClr val="dk1"/>
                </a:solidFill>
                <a:highlight>
                  <a:srgbClr val="FFFFFF"/>
                </a:highlight>
              </a:rPr>
              <a:t>streamlit run dashboard.py</a:t>
            </a:r>
            <a:endParaRPr i="1" sz="1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The final streamlit url will open (</a:t>
            </a:r>
            <a:r>
              <a:rPr i="1" lang="en">
                <a:solidFill>
                  <a:schemeClr val="dk1"/>
                </a:solidFill>
              </a:rPr>
              <a:t>4. Streamlit dashboard presentation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